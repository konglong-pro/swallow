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Swallow PPTX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text for MarkItDown extraction.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RawStore -&gt; Router -&gt; WorkerResult -&gt; IngestDocument.md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